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f060f3043449fe" /><Relationship Type="http://schemas.openxmlformats.org/officeDocument/2006/relationships/extended-properties" Target="/docProps/app.xml" Id="Rf7a88bd63c76445c" /><Relationship Type="http://schemas.openxmlformats.org/officeDocument/2006/relationships/officeDocument" Target="/ppt/presentation.xml" Id="Rc331b8b8cbeb4f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10e627c13d4687"/>
  </p:sldMasterIdLst>
  <p:notesMasterIdLst>
    <p:notesMasterId xmlns:r="http://schemas.openxmlformats.org/officeDocument/2006/relationships" r:id="R20616040361642b8"/>
  </p:notesMasterIdLst>
  <p:sldIdLst>
    <p:sldId xmlns:r="http://schemas.openxmlformats.org/officeDocument/2006/relationships" id="256" r:id="R10ff1a8e1bea4877"/>
    <p:sldId xmlns:r="http://schemas.openxmlformats.org/officeDocument/2006/relationships" id="257" r:id="R9f68eae88c544845"/>
    <p:sldId xmlns:r="http://schemas.openxmlformats.org/officeDocument/2006/relationships" id="258" r:id="Rb9cba17452fc4f51"/>
    <p:sldId xmlns:r="http://schemas.openxmlformats.org/officeDocument/2006/relationships" id="259" r:id="R92d46f86e2f94fce"/>
    <p:sldId xmlns:r="http://schemas.openxmlformats.org/officeDocument/2006/relationships" id="260" r:id="R300147d9cff14ca5"/>
    <p:sldId xmlns:r="http://schemas.openxmlformats.org/officeDocument/2006/relationships" id="261" r:id="R7fdb7353559548d0"/>
    <p:sldId xmlns:r="http://schemas.openxmlformats.org/officeDocument/2006/relationships" id="262" r:id="R3872144466b44d53"/>
    <p:sldId xmlns:r="http://schemas.openxmlformats.org/officeDocument/2006/relationships" id="263" r:id="R4b03ac30a08a4661"/>
    <p:sldId xmlns:r="http://schemas.openxmlformats.org/officeDocument/2006/relationships" id="264" r:id="R5502a089cf9640e0"/>
    <p:sldId xmlns:r="http://schemas.openxmlformats.org/officeDocument/2006/relationships" id="265" r:id="R6110d601646b4263"/>
    <p:sldId xmlns:r="http://schemas.openxmlformats.org/officeDocument/2006/relationships" id="266" r:id="Rc84479aa9f3a48ea"/>
    <p:sldId xmlns:r="http://schemas.openxmlformats.org/officeDocument/2006/relationships" id="267" r:id="Rd59cbfeb9442465a"/>
    <p:sldId xmlns:r="http://schemas.openxmlformats.org/officeDocument/2006/relationships" id="268" r:id="R7286cfa37fb44077"/>
    <p:sldId xmlns:r="http://schemas.openxmlformats.org/officeDocument/2006/relationships" id="269" r:id="Rccc174b1238f4b0d"/>
    <p:sldId xmlns:r="http://schemas.openxmlformats.org/officeDocument/2006/relationships" id="270" r:id="R0312c932f8204dea"/>
    <p:sldId xmlns:r="http://schemas.openxmlformats.org/officeDocument/2006/relationships" id="271" r:id="Rb5559b0156004dca"/>
    <p:sldId xmlns:r="http://schemas.openxmlformats.org/officeDocument/2006/relationships" id="272" r:id="Rf976907663794244"/>
    <p:sldId xmlns:r="http://schemas.openxmlformats.org/officeDocument/2006/relationships" id="273" r:id="R0d5076591e9549a5"/>
    <p:sldId xmlns:r="http://schemas.openxmlformats.org/officeDocument/2006/relationships" id="274" r:id="R8f121aca707e4bc3"/>
    <p:sldId xmlns:r="http://schemas.openxmlformats.org/officeDocument/2006/relationships" id="275" r:id="R34b983f93bd443a3"/>
    <p:sldId xmlns:r="http://schemas.openxmlformats.org/officeDocument/2006/relationships" id="276" r:id="R4c25659baf664526"/>
    <p:sldId xmlns:r="http://schemas.openxmlformats.org/officeDocument/2006/relationships" id="277" r:id="R1e86e42c7e9f4472"/>
  </p:sldIdLst>
  <p:sldSz cx="14630400" cy="82296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c5a63819e4d97" /><Relationship Type="http://schemas.openxmlformats.org/officeDocument/2006/relationships/slideMaster" Target="/ppt/slideMasters/slideMaster1.xml" Id="Re010e627c13d4687" /><Relationship Type="http://schemas.openxmlformats.org/officeDocument/2006/relationships/notesMaster" Target="/ppt/notesMasters/notesMaster1.xml" Id="R20616040361642b8" /><Relationship Type="http://schemas.openxmlformats.org/officeDocument/2006/relationships/presProps" Target="/ppt/presProps.xml" Id="R6b1649467c004bd5" /><Relationship Type="http://schemas.openxmlformats.org/officeDocument/2006/relationships/tableStyles" Target="/ppt/tableStyles.xml" Id="Reb077ea1136d4c24" /><Relationship Type="http://schemas.openxmlformats.org/officeDocument/2006/relationships/slide" Target="/ppt/slides/slide1.xml" Id="R10ff1a8e1bea4877" /><Relationship Type="http://schemas.openxmlformats.org/officeDocument/2006/relationships/slide" Target="/ppt/slides/slide2.xml" Id="R9f68eae88c544845" /><Relationship Type="http://schemas.openxmlformats.org/officeDocument/2006/relationships/slide" Target="/ppt/slides/slide3.xml" Id="Rb9cba17452fc4f51" /><Relationship Type="http://schemas.openxmlformats.org/officeDocument/2006/relationships/slide" Target="/ppt/slides/slide4.xml" Id="R92d46f86e2f94fce" /><Relationship Type="http://schemas.openxmlformats.org/officeDocument/2006/relationships/slide" Target="/ppt/slides/slide5.xml" Id="R300147d9cff14ca5" /><Relationship Type="http://schemas.openxmlformats.org/officeDocument/2006/relationships/slide" Target="/ppt/slides/slide6.xml" Id="R7fdb7353559548d0" /><Relationship Type="http://schemas.openxmlformats.org/officeDocument/2006/relationships/slide" Target="/ppt/slides/slide7.xml" Id="R3872144466b44d53" /><Relationship Type="http://schemas.openxmlformats.org/officeDocument/2006/relationships/slide" Target="/ppt/slides/slide8.xml" Id="R4b03ac30a08a4661" /><Relationship Type="http://schemas.openxmlformats.org/officeDocument/2006/relationships/slide" Target="/ppt/slides/slide9.xml" Id="R5502a089cf9640e0" /><Relationship Type="http://schemas.openxmlformats.org/officeDocument/2006/relationships/slide" Target="/ppt/slides/slide10.xml" Id="R6110d601646b4263" /><Relationship Type="http://schemas.openxmlformats.org/officeDocument/2006/relationships/slide" Target="/ppt/slides/slide11.xml" Id="Rc84479aa9f3a48ea" /><Relationship Type="http://schemas.openxmlformats.org/officeDocument/2006/relationships/slide" Target="/ppt/slides/slide12.xml" Id="Rd59cbfeb9442465a" /><Relationship Type="http://schemas.openxmlformats.org/officeDocument/2006/relationships/slide" Target="/ppt/slides/slide13.xml" Id="R7286cfa37fb44077" /><Relationship Type="http://schemas.openxmlformats.org/officeDocument/2006/relationships/slide" Target="/ppt/slides/slide14.xml" Id="Rccc174b1238f4b0d" /><Relationship Type="http://schemas.openxmlformats.org/officeDocument/2006/relationships/slide" Target="/ppt/slides/slide15.xml" Id="R0312c932f8204dea" /><Relationship Type="http://schemas.openxmlformats.org/officeDocument/2006/relationships/slide" Target="/ppt/slides/slide16.xml" Id="Rb5559b0156004dca" /><Relationship Type="http://schemas.openxmlformats.org/officeDocument/2006/relationships/slide" Target="/ppt/slides/slide17.xml" Id="Rf976907663794244" /><Relationship Type="http://schemas.openxmlformats.org/officeDocument/2006/relationships/slide" Target="/ppt/slides/slide18.xml" Id="R0d5076591e9549a5" /><Relationship Type="http://schemas.openxmlformats.org/officeDocument/2006/relationships/slide" Target="/ppt/slides/slide19.xml" Id="R8f121aca707e4bc3" /><Relationship Type="http://schemas.openxmlformats.org/officeDocument/2006/relationships/slide" Target="/ppt/slides/slide20.xml" Id="R34b983f93bd443a3" /><Relationship Type="http://schemas.openxmlformats.org/officeDocument/2006/relationships/slide" Target="/ppt/slides/slide21.xml" Id="R4c25659baf664526" /><Relationship Type="http://schemas.openxmlformats.org/officeDocument/2006/relationships/slide" Target="/ppt/slides/slide22.xml" Id="R1e86e42c7e9f44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b41c2e6bfb43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e983d72ea74a1c" /><Relationship Type="http://schemas.openxmlformats.org/officeDocument/2006/relationships/notesMaster" Target="/ppt/notesMasters/notesMaster1.xml" Id="R1233d7afbce444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ee5af814874350" /><Relationship Type="http://schemas.openxmlformats.org/officeDocument/2006/relationships/notesMaster" Target="/ppt/notesMasters/notesMaster1.xml" Id="R04e285035bac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4c60a6dfc94aff" /><Relationship Type="http://schemas.openxmlformats.org/officeDocument/2006/relationships/notesMaster" Target="/ppt/notesMasters/notesMaster1.xml" Id="R6aa080a13e0f41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995d4d2ba4fdb" /><Relationship Type="http://schemas.openxmlformats.org/officeDocument/2006/relationships/notesMaster" Target="/ppt/notesMasters/notesMaster1.xml" Id="R5de48fe9032142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d1dfe183204724" /><Relationship Type="http://schemas.openxmlformats.org/officeDocument/2006/relationships/notesMaster" Target="/ppt/notesMasters/notesMaster1.xml" Id="Rdc5c58c7d69c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e9be69b8474094" /><Relationship Type="http://schemas.openxmlformats.org/officeDocument/2006/relationships/notesMaster" Target="/ppt/notesMasters/notesMaster1.xml" Id="Rcb5153d4452345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d242272d84d23" /><Relationship Type="http://schemas.openxmlformats.org/officeDocument/2006/relationships/notesMaster" Target="/ppt/notesMasters/notesMaster1.xml" Id="R31eb0f220fd144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7858e0e934d94" /><Relationship Type="http://schemas.openxmlformats.org/officeDocument/2006/relationships/notesMaster" Target="/ppt/notesMasters/notesMaster1.xml" Id="R89fbf346227146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9940a914fc4b3a" /><Relationship Type="http://schemas.openxmlformats.org/officeDocument/2006/relationships/notesMaster" Target="/ppt/notesMasters/notesMaster1.xml" Id="R549e44a185ae43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178299f2fb244e0" /><Relationship Type="http://schemas.openxmlformats.org/officeDocument/2006/relationships/notesMaster" Target="/ppt/notesMasters/notesMaster1.xml" Id="R29387d30503543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29422615404ccb" /><Relationship Type="http://schemas.openxmlformats.org/officeDocument/2006/relationships/notesMaster" Target="/ppt/notesMasters/notesMaster1.xml" Id="R7077cd0b039942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4443d701cd4c8c" /><Relationship Type="http://schemas.openxmlformats.org/officeDocument/2006/relationships/notesMaster" Target="/ppt/notesMasters/notesMaster1.xml" Id="R728bdbbd769f43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46665cd7344357" /><Relationship Type="http://schemas.openxmlformats.org/officeDocument/2006/relationships/notesMaster" Target="/ppt/notesMasters/notesMaster1.xml" Id="Rcc2616723674420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7bd83697e74d2e" /><Relationship Type="http://schemas.openxmlformats.org/officeDocument/2006/relationships/notesMaster" Target="/ppt/notesMasters/notesMaster1.xml" Id="R2670fb1d635548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73e728d9b445fd" /><Relationship Type="http://schemas.openxmlformats.org/officeDocument/2006/relationships/notesMaster" Target="/ppt/notesMasters/notesMaster1.xml" Id="Re48d3b01eace4d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47a49ae21042a9" /><Relationship Type="http://schemas.openxmlformats.org/officeDocument/2006/relationships/notesMaster" Target="/ppt/notesMasters/notesMaster1.xml" Id="Rfc80e9a7d1204a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1e5b170350a4d60" /><Relationship Type="http://schemas.openxmlformats.org/officeDocument/2006/relationships/notesMaster" Target="/ppt/notesMasters/notesMaster1.xml" Id="Rfdc2a9bad7c543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be676a0ba441dc" /><Relationship Type="http://schemas.openxmlformats.org/officeDocument/2006/relationships/notesMaster" Target="/ppt/notesMasters/notesMaster1.xml" Id="Rd8bd1d3d14494c1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ef5a67b27c4169" /><Relationship Type="http://schemas.openxmlformats.org/officeDocument/2006/relationships/notesMaster" Target="/ppt/notesMasters/notesMaster1.xml" Id="Re7080d27964e4da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0a15318216a4d9c" /><Relationship Type="http://schemas.openxmlformats.org/officeDocument/2006/relationships/notesMaster" Target="/ppt/notesMasters/notesMaster1.xml" Id="R6ab87fe998a444a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881e4376704aad" /><Relationship Type="http://schemas.openxmlformats.org/officeDocument/2006/relationships/notesMaster" Target="/ppt/notesMasters/notesMaster1.xml" Id="R77abe746c31c445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81cace7adc45de" /><Relationship Type="http://schemas.openxmlformats.org/officeDocument/2006/relationships/notesMaster" Target="/ppt/notesMasters/notesMaster1.xml" Id="Ra9cea0e2264a4e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1. Capture at 30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2. Capture at 59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3. Capture at 76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4. Capture at 90 seconds. https://www.usenix.org/conference/osdi24/presentation/agrawal</a:t>
            </a:r>
          </a:p>
          <a:p xmlns:a="http://schemas.openxmlformats.org/drawingml/2006/main">
            <a:r>
              <a:t>Demo: 80–181.15 seconds in source recording. Click the video in slide-show mode to play. Source contains no audio.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5. Capture at 218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6. Capture at 224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7. Capture at 268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8. Capture at 286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9. Capture at 320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10. Capture at 398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11. Capture at 433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12. Capture at 438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13. Capture at 455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14. Capture at 529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15. Capture at 536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16. Capture at 628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17. Capture at 700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18. Capture at 750 seconds. https://www.usenix.org/conference/osdi24/presentation/agrawal</a:t>
            </a:r>
          </a:p>
          <a:p xmlns:a="http://schemas.openxmlformats.org/drawingml/2006/main">
            <a:r>
              <a:t>Demo: 720–772.25 seconds in source recording. Click the video in slide-show mode to play. Source contains no audio.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19. Capture at 781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20. Capture at 822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21. Capture at 874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user-uploaded videoplayback.mp4. Sarathi-Serve, OSDI 2024. Source slide 22. Capture at 924 seconds. https://www.usenix.org/conference/osdi24/presentation/agrawal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e1693eb9448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cae48dd0b248a8" /><Relationship Type="http://schemas.openxmlformats.org/officeDocument/2006/relationships/slideLayout" Target="/ppt/slideLayouts/slideLayout1.xml" Id="R3cf812c95f3b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f812c95f3b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db87a30f34ec1" /><Relationship Type="http://schemas.openxmlformats.org/officeDocument/2006/relationships/image" Target="/ppt/media/image.png" Id="R820ef07746c14041" /><Relationship Type="http://schemas.openxmlformats.org/officeDocument/2006/relationships/notesSlide" Target="/ppt/notesSlides/notesSlide1.xml" Id="Rd1ce50a7ff074d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4dbda8399422f" /><Relationship Type="http://schemas.openxmlformats.org/officeDocument/2006/relationships/image" Target="/ppt/media/image2.png" Id="R9a6bd804373e4f58" /><Relationship Type="http://schemas.openxmlformats.org/officeDocument/2006/relationships/notesSlide" Target="/ppt/notesSlides/notesSlide2.xml" Id="Rc06a0d64f32447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a355d49744970" /><Relationship Type="http://schemas.openxmlformats.org/officeDocument/2006/relationships/image" Target="/ppt/media/image3.png" Id="R55846f4daae34f6c" /><Relationship Type="http://schemas.openxmlformats.org/officeDocument/2006/relationships/notesSlide" Target="/ppt/notesSlides/notesSlide3.xml" Id="Rbaa2a1c332314397" 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a07120ea3824fa6"/><Relationship Type="http://schemas.openxmlformats.org/officeDocument/2006/relationships/image" Target="/ppt/media/image4.png" Id="R552fe5a48f7d4d4d"/><Relationship Type="http://schemas.openxmlformats.org/officeDocument/2006/relationships/notesSlide" Target="/ppt/notesSlides/notesSlide4.xml" Id="Rbf5260937a0a406e"/><Relationship Id="rId1" Type="http://schemas.openxmlformats.org/officeDocument/2006/relationships/video" Target="../media/demo1.mp4"/><Relationship Id="rId2" Type="http://schemas.microsoft.com/office/2007/relationships/media" Target="../media/demo1.mp4"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b8fed141a49e2" /><Relationship Type="http://schemas.openxmlformats.org/officeDocument/2006/relationships/image" Target="/ppt/media/image5.png" Id="R69a31bffc6494ad1" /><Relationship Type="http://schemas.openxmlformats.org/officeDocument/2006/relationships/notesSlide" Target="/ppt/notesSlides/notesSlide5.xml" Id="R2b2577aaac5647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74e588db14139" /><Relationship Type="http://schemas.openxmlformats.org/officeDocument/2006/relationships/image" Target="/ppt/media/image6.png" Id="R964dd92330354b25" /><Relationship Type="http://schemas.openxmlformats.org/officeDocument/2006/relationships/notesSlide" Target="/ppt/notesSlides/notesSlide6.xml" Id="Rbd3f3492634f4b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ef00ce681424e" /><Relationship Type="http://schemas.openxmlformats.org/officeDocument/2006/relationships/image" Target="/ppt/media/image7.png" Id="R0082ee85269a4f96" /><Relationship Type="http://schemas.openxmlformats.org/officeDocument/2006/relationships/notesSlide" Target="/ppt/notesSlides/notesSlide7.xml" Id="R893fa36baad34b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3cbb469f649d5" /><Relationship Type="http://schemas.openxmlformats.org/officeDocument/2006/relationships/image" Target="/ppt/media/image8.png" Id="R7d427e16eb1f4b84" /><Relationship Type="http://schemas.openxmlformats.org/officeDocument/2006/relationships/notesSlide" Target="/ppt/notesSlides/notesSlide8.xml" Id="Raff3e642015145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193f066534ee6" /><Relationship Type="http://schemas.openxmlformats.org/officeDocument/2006/relationships/image" Target="/ppt/media/image9.png" Id="R139b88128081485e" /><Relationship Type="http://schemas.openxmlformats.org/officeDocument/2006/relationships/notesSlide" Target="/ppt/notesSlides/notesSlide9.xml" Id="R2c00249087ae4f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2e35af2e04198" /><Relationship Type="http://schemas.openxmlformats.org/officeDocument/2006/relationships/image" Target="/ppt/media/image10.png" Id="R754624ef56e24e5f" /><Relationship Type="http://schemas.openxmlformats.org/officeDocument/2006/relationships/notesSlide" Target="/ppt/notesSlides/notesSlide10.xml" Id="Rf9ba994d87804b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f8e81b22b4bbb" /><Relationship Type="http://schemas.openxmlformats.org/officeDocument/2006/relationships/image" Target="/ppt/media/image11.png" Id="Rbb78dd8b3f9c44b3" /><Relationship Type="http://schemas.openxmlformats.org/officeDocument/2006/relationships/notesSlide" Target="/ppt/notesSlides/notesSlide11.xml" Id="Re6f3ee4b54f1468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ddcedc13b417f" /><Relationship Type="http://schemas.openxmlformats.org/officeDocument/2006/relationships/image" Target="/ppt/media/image12.png" Id="Rd548640937de4a66" /><Relationship Type="http://schemas.openxmlformats.org/officeDocument/2006/relationships/notesSlide" Target="/ppt/notesSlides/notesSlide12.xml" Id="Rcf34d19b779048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fe04148774089" /><Relationship Type="http://schemas.openxmlformats.org/officeDocument/2006/relationships/image" Target="/ppt/media/image13.png" Id="Rd225c52d16c241a6" /><Relationship Type="http://schemas.openxmlformats.org/officeDocument/2006/relationships/notesSlide" Target="/ppt/notesSlides/notesSlide13.xml" Id="R2d2d04d6e5254de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daab4a6f04757" /><Relationship Type="http://schemas.openxmlformats.org/officeDocument/2006/relationships/image" Target="/ppt/media/image14.png" Id="R6f3ab449d0d84f6b" /><Relationship Type="http://schemas.openxmlformats.org/officeDocument/2006/relationships/notesSlide" Target="/ppt/notesSlides/notesSlide14.xml" Id="R9685710fe7974c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8e7aa20c34ab8" /><Relationship Type="http://schemas.openxmlformats.org/officeDocument/2006/relationships/image" Target="/ppt/media/image15.png" Id="Rffd0f1d6f015452b" /><Relationship Type="http://schemas.openxmlformats.org/officeDocument/2006/relationships/notesSlide" Target="/ppt/notesSlides/notesSlide15.xml" Id="Rcf58c98482324c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52754daf94905" /><Relationship Type="http://schemas.openxmlformats.org/officeDocument/2006/relationships/image" Target="/ppt/media/image16.png" Id="Re44d995ee97a437c" /><Relationship Type="http://schemas.openxmlformats.org/officeDocument/2006/relationships/notesSlide" Target="/ppt/notesSlides/notesSlide16.xml" Id="R6c38ea4904b74b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28fc2d4234a28" /><Relationship Type="http://schemas.openxmlformats.org/officeDocument/2006/relationships/image" Target="/ppt/media/image17.png" Id="Rc876849a89114523" /><Relationship Type="http://schemas.openxmlformats.org/officeDocument/2006/relationships/notesSlide" Target="/ppt/notesSlides/notesSlide17.xml" Id="R199281becdb148cb" 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02168691e964d9d"/><Relationship Type="http://schemas.openxmlformats.org/officeDocument/2006/relationships/image" Target="/ppt/media/image18.png" Id="R124d6473e41a489b"/><Relationship Type="http://schemas.openxmlformats.org/officeDocument/2006/relationships/notesSlide" Target="/ppt/notesSlides/notesSlide18.xml" Id="R6733ab8a1cd54031"/><Relationship Id="rId1" Type="http://schemas.openxmlformats.org/officeDocument/2006/relationships/video" Target="../media/demo2.mp4"/><Relationship Id="rId2" Type="http://schemas.microsoft.com/office/2007/relationships/media" Target="../media/demo2.mp4"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734872884b57" /><Relationship Type="http://schemas.openxmlformats.org/officeDocument/2006/relationships/image" Target="/ppt/media/image19.png" Id="R965d3a62676b4c13" /><Relationship Type="http://schemas.openxmlformats.org/officeDocument/2006/relationships/notesSlide" Target="/ppt/notesSlides/notesSlide19.xml" Id="R93954abf136d468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4e4d03ab148b4" /><Relationship Type="http://schemas.openxmlformats.org/officeDocument/2006/relationships/image" Target="/ppt/media/image20.png" Id="Rf8be744846d94f93" /><Relationship Type="http://schemas.openxmlformats.org/officeDocument/2006/relationships/notesSlide" Target="/ppt/notesSlides/notesSlide20.xml" Id="R9d2844764d544b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0c04de53c4f8a" /><Relationship Type="http://schemas.openxmlformats.org/officeDocument/2006/relationships/image" Target="/ppt/media/image21.png" Id="Rc0225b020bb34d14" /><Relationship Type="http://schemas.openxmlformats.org/officeDocument/2006/relationships/notesSlide" Target="/ppt/notesSlides/notesSlide21.xml" Id="R1b0e5a2974e546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8164fe1c843db" /><Relationship Type="http://schemas.openxmlformats.org/officeDocument/2006/relationships/image" Target="/ppt/media/image22.png" Id="R32b4d056145a4326" /><Relationship Type="http://schemas.openxmlformats.org/officeDocument/2006/relationships/notesSlide" Target="/ppt/notesSlides/notesSlide22.xml" Id="R916faa5294aa4b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ef07746c14041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892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bd804373e4f58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0488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46f4daae34f6c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78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Demo: vLLM with and without load" descr="Click to play embedded demonstration video. No audio in source."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1"/>
            <p:extLst>
              <p:ext uri="{DAA4B4D4-6D71-4841-9C94-3DE7FCFB9AE3}">
                <ns0:media xmlns:ns0="http://schemas.microsoft.com/office/powerpoint/2010/main" xmlns:ns1="http://schemas.openxmlformats.org/officeDocument/2006/relationships" ns1:embed="rId2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552fe5a48f7d4d4d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97238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31bffc6494ad1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472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dd92330354b25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189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2ee85269a4f96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683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27e16eb1f4b84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636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b88128081485e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620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624ef56e24e5f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034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8dd8b3f9c44b3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268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8640937de4a66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25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5c52d16c241a6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9386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ab449d0d84f6b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8601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0f1d6f015452b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930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d995ee97a437c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313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76849a89114523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976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Demo: vLLM vs Sarathi-Serve" descr="Click to play embedded demonstration video. No audio in source.">
            <ns0:hlinkClick xmlns:ns0="http://schemas.openxmlformats.org/drawingml/2006/main" action="ppaction://media"/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1"/>
            <p:extLst>
              <p:ext uri="{DAA4B4D4-6D71-4841-9C94-3DE7FCFB9AE3}">
                <ns0:media xmlns:ns0="http://schemas.microsoft.com/office/powerpoint/2010/main" xmlns:ns1="http://schemas.openxmlformats.org/officeDocument/2006/relationships" ns1:embed="rId2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124d6473e41a489b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09354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5d3a62676b4c13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7890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e744846d94f93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186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25b020bb34d14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64059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4d056145a4326"/>
          <a:stretch xmlns:a="http://schemas.openxmlformats.org/drawingml/2006/main"/>
        </p:blipFill>
        <p:spPr>
          <a:xfrm xmlns:a="http://schemas.openxmlformats.org/drawingml/2006/main">
            <a:off x="0" y="0"/>
            <a:ext cx="14630400" cy="8229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36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2026-09-15T14:36:02.2850000Z</dcterms:created>
  <dcterms:modified xsi:type="dcterms:W3CDTF">2026-09-15T14:36:02.2850000Z</dcterms:modified>
</coreProperties>
</file>